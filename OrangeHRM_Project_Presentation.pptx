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OrangeHRM Testing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Testing &amp; QA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Ensure quality and defect-free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Tested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Login, My Info, Photograph, Contact,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Plan, Test Cases, Bug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Few high &amp; medium severity defects found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successfully completed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